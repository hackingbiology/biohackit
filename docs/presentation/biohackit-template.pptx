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822960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C877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EVENT / CONTEXT — EDIT ME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1828800"/>
            <a:ext cx="9601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25292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Presentation title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658368" y="3886200"/>
            <a:ext cx="1920240" cy="41148"/>
          </a:xfrm>
          <a:prstGeom prst="roundRect">
            <a:avLst>
              <a:gd name="adj" fmla="val 50000"/>
            </a:avLst>
          </a:prstGeom>
          <a:solidFill>
            <a:srgbClr val="25292C"/>
          </a:solidFill>
          <a:ln w="3175">
            <a:solidFill>
              <a:srgbClr val="2529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42062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59636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Subtitle or payoff line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58368" y="6126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939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Presenter · date · place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424160" y="914400"/>
            <a:ext cx="914400" cy="914400"/>
          </a:xfrm>
          <a:prstGeom prst="ellipse">
            <a:avLst/>
          </a:prstGeom>
          <a:solidFill>
            <a:srgbClr val="FFFFFF"/>
          </a:solidFill>
          <a:ln w="146304">
            <a:solidFill>
              <a:srgbClr val="25292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41864" y="1975104"/>
            <a:ext cx="1078992" cy="146304"/>
          </a:xfrm>
          <a:prstGeom prst="roundRect">
            <a:avLst>
              <a:gd name="adj" fmla="val 50000"/>
            </a:avLst>
          </a:prstGeom>
          <a:solidFill>
            <a:srgbClr val="0C877A"/>
          </a:solidFill>
          <a:ln w="3175">
            <a:solidFill>
              <a:srgbClr val="0C877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0116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0C877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01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658368" y="3246120"/>
            <a:ext cx="1087495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4400" dirty="0">
                <a:solidFill>
                  <a:srgbClr val="25292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Section title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58368" y="42062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6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describing the section.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469880" y="914400"/>
            <a:ext cx="822960" cy="822960"/>
          </a:xfrm>
          <a:prstGeom prst="ellipse">
            <a:avLst/>
          </a:prstGeom>
          <a:solidFill>
            <a:srgbClr val="F1F4F3"/>
          </a:solidFill>
          <a:ln w="131674">
            <a:solidFill>
              <a:srgbClr val="25292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95814" y="1869034"/>
            <a:ext cx="971093" cy="131674"/>
          </a:xfrm>
          <a:prstGeom prst="roundRect">
            <a:avLst>
              <a:gd name="adj" fmla="val 50000"/>
            </a:avLst>
          </a:prstGeom>
          <a:solidFill>
            <a:srgbClr val="0C877A"/>
          </a:solidFill>
          <a:ln w="3175">
            <a:solidFill>
              <a:srgbClr val="0C877A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66928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C877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SECTION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960120"/>
            <a:ext cx="1087495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3400" dirty="0">
                <a:solidFill>
                  <a:srgbClr val="25292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title for three ideas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2377440"/>
            <a:ext cx="3442106" cy="2743200"/>
          </a:xfrm>
          <a:prstGeom prst="roundRect">
            <a:avLst>
              <a:gd name="adj" fmla="val 3333"/>
            </a:avLst>
          </a:prstGeom>
          <a:solidFill>
            <a:srgbClr val="F1F4F3"/>
          </a:solidFill>
          <a:ln w="12700">
            <a:solidFill>
              <a:srgbClr val="DDE3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615184"/>
            <a:ext cx="29300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292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First point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3163824"/>
            <a:ext cx="293004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96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supporting description of the first idea. Replace with your content.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74794" y="2377440"/>
            <a:ext cx="3442106" cy="2743200"/>
          </a:xfrm>
          <a:prstGeom prst="roundRect">
            <a:avLst>
              <a:gd name="adj" fmla="val 3333"/>
            </a:avLst>
          </a:prstGeom>
          <a:solidFill>
            <a:srgbClr val="F1F4F3"/>
          </a:solidFill>
          <a:ln w="12700">
            <a:solidFill>
              <a:srgbClr val="DDE3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30826" y="2615184"/>
            <a:ext cx="29300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292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Second point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630826" y="3163824"/>
            <a:ext cx="293004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96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supporting description of the second idea. Replace with your content.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91221" y="2377440"/>
            <a:ext cx="3442106" cy="2743200"/>
          </a:xfrm>
          <a:prstGeom prst="roundRect">
            <a:avLst>
              <a:gd name="adj" fmla="val 3333"/>
            </a:avLst>
          </a:prstGeom>
          <a:solidFill>
            <a:srgbClr val="F1F4F3"/>
          </a:solidFill>
          <a:ln w="12700">
            <a:solidFill>
              <a:srgbClr val="DDE3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47253" y="2615184"/>
            <a:ext cx="29300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292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Third point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347253" y="3163824"/>
            <a:ext cx="293004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96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supporting description of the third idea. Replace with your content.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2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closing line for this slide.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66928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C877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SECTION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960120"/>
            <a:ext cx="1087495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3400" dirty="0">
                <a:solidFill>
                  <a:srgbClr val="25292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title with key points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 rot="2700000">
            <a:off x="658368" y="2496312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0C877A"/>
          </a:solidFill>
          <a:ln w="3175">
            <a:solidFill>
              <a:srgbClr val="0C87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" y="23774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52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key point  </a:t>
            </a:r>
            <a:pPr indent="0" marL="0">
              <a:buNone/>
            </a:pPr>
            <a:r>
              <a:rPr lang="en-US" sz="1500" dirty="0">
                <a:solidFill>
                  <a:srgbClr val="596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supporting note.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 rot="2700000">
            <a:off x="658368" y="3246120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0C877A"/>
          </a:solidFill>
          <a:ln w="3175">
            <a:solidFill>
              <a:srgbClr val="0C87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312724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52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key point  </a:t>
            </a:r>
            <a:pPr indent="0" marL="0">
              <a:buNone/>
            </a:pPr>
            <a:r>
              <a:rPr lang="en-US" sz="1500" dirty="0">
                <a:solidFill>
                  <a:srgbClr val="596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supporting note.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 rot="2700000">
            <a:off x="658368" y="3995928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0C877A"/>
          </a:solidFill>
          <a:ln w="3175">
            <a:solidFill>
              <a:srgbClr val="0C87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387705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52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key point  </a:t>
            </a:r>
            <a:pPr indent="0" marL="0">
              <a:buNone/>
            </a:pPr>
            <a:r>
              <a:rPr lang="en-US" sz="1500" dirty="0">
                <a:solidFill>
                  <a:srgbClr val="596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supporting note.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 rot="2700000">
            <a:off x="658368" y="4745736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0C877A"/>
          </a:solidFill>
          <a:ln w="3175">
            <a:solidFill>
              <a:srgbClr val="0C87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" y="4626864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52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Fourth key point  </a:t>
            </a:r>
            <a:pPr indent="0" marL="0">
              <a:buNone/>
            </a:pPr>
            <a:r>
              <a:rPr lang="en-US" sz="1500" dirty="0">
                <a:solidFill>
                  <a:srgbClr val="596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supporting note.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097280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C877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CLOSING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192024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25292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Closing statement or thank you.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58368" y="55321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spc="100" kern="0" dirty="0">
                <a:solidFill>
                  <a:srgbClr val="25292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BIOHACK.IT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6053328"/>
            <a:ext cx="1280160" cy="32004"/>
          </a:xfrm>
          <a:prstGeom prst="roundRect">
            <a:avLst>
              <a:gd name="adj" fmla="val 50000"/>
            </a:avLst>
          </a:prstGeom>
          <a:solidFill>
            <a:srgbClr val="25292C"/>
          </a:solidFill>
          <a:ln w="3175">
            <a:solidFill>
              <a:srgbClr val="2529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21408" y="5943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B939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An open laboratory for longevity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447020" y="1005840"/>
            <a:ext cx="868680" cy="868680"/>
          </a:xfrm>
          <a:prstGeom prst="ellipse">
            <a:avLst/>
          </a:prstGeom>
          <a:solidFill>
            <a:srgbClr val="FFFFFF"/>
          </a:solidFill>
          <a:ln w="138989">
            <a:solidFill>
              <a:srgbClr val="25292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68839" y="2013509"/>
            <a:ext cx="1025042" cy="138989"/>
          </a:xfrm>
          <a:prstGeom prst="roundRect">
            <a:avLst>
              <a:gd name="adj" fmla="val 50000"/>
            </a:avLst>
          </a:prstGeom>
          <a:solidFill>
            <a:srgbClr val="0C877A"/>
          </a:solidFill>
          <a:ln w="3175">
            <a:solidFill>
              <a:srgbClr val="0C877A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Hacking Biology Foundation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BIOHACK.IT — Presentation template</dc:title>
  <dc:subject>PptxGenJS Presentation</dc:subject>
  <dc:creator>Hacking Biology</dc:creator>
  <cp:lastModifiedBy>Hacking Biology</cp:lastModifiedBy>
  <cp:revision>1</cp:revision>
  <dcterms:created xsi:type="dcterms:W3CDTF">2026-08-18T16:33:22Z</dcterms:created>
  <dcterms:modified xsi:type="dcterms:W3CDTF">2026-08-18T16:33:22Z</dcterms:modified>
</cp:coreProperties>
</file>