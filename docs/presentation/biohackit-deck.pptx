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Literature (predicted)</c:v>
                </c:pt>
              </c:strCache>
            </c:strRef>
          </c:tx>
          <c:spPr>
            <a:solidFill>
              <a:srgbClr val="0C877A"/>
            </a:solidFill>
            <a:ln w="38100" cap="flat">
              <a:solidFill>
                <a:srgbClr val="0C87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C877A"/>
              </a:solidFill>
              <a:ln w="9525" cap="flat">
                <a:solidFill>
                  <a:srgbClr val="0C87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-0.4</c:v>
                </c:pt>
                <c:pt idx="2">
                  <c:v>-0.9</c:v>
                </c:pt>
                <c:pt idx="3">
                  <c:v>-1.4</c:v>
                </c:pt>
                <c:pt idx="4">
                  <c:v>-1.9</c:v>
                </c:pt>
                <c:pt idx="5">
                  <c:v>-2.2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(observed)</c:v>
                </c:pt>
              </c:strCache>
            </c:strRef>
          </c:tx>
          <c:spPr>
            <a:solidFill>
              <a:srgbClr val="B06F18"/>
            </a:solidFill>
            <a:ln w="38100" cap="flat">
              <a:solidFill>
                <a:srgbClr val="B06F1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06F18"/>
              </a:solidFill>
              <a:ln w="9525" cap="flat">
                <a:solidFill>
                  <a:srgbClr val="B06F1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-0.1</c:v>
                </c:pt>
                <c:pt idx="2">
                  <c:v>-0.7</c:v>
                </c:pt>
                <c:pt idx="3">
                  <c:v>-0.6</c:v>
                </c:pt>
                <c:pt idx="4">
                  <c:v>-1.3</c:v>
                </c:pt>
                <c:pt idx="5">
                  <c:v>-1.1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3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39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9398"/>
                    </a:solidFill>
                    <a:latin typeface="Arial"/>
                  </a:rPr>
                  <a:t>Δ biological age (yrs)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636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315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33C7B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TIMEPIE LONGEVITY FORUM · BIOHACKER TRACK · SHANGHAI 2026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spc="10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658368" y="3246120"/>
            <a:ext cx="1920240" cy="411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7208" y="3145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HACKING BIOLOGY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3657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EB9B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 laboratory for longevity.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4526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9AA5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thousands of individual self-experiments into structured, comparable, open data — with safety engineered in, not bolted 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A7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source · AGPL-3.0 · Non-profit — Hacking Biology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24160" y="914400"/>
            <a:ext cx="914400" cy="914400"/>
          </a:xfrm>
          <a:prstGeom prst="ellipse">
            <a:avLst/>
          </a:prstGeom>
          <a:solidFill>
            <a:srgbClr val="25292C"/>
          </a:solidFill>
          <a:ln w="146304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41864" y="1975104"/>
            <a:ext cx="1078992" cy="146304"/>
          </a:xfrm>
          <a:prstGeom prst="roundRect">
            <a:avLst>
              <a:gd name="adj" fmla="val 50000"/>
            </a:avLst>
          </a:prstGeom>
          <a:solidFill>
            <a:srgbClr val="33C7B8"/>
          </a:solidFill>
          <a:ln w="3175">
            <a:solidFill>
              <a:srgbClr val="33C7B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intervention is running far ahead of longevity measurement.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adopt off-label drugs, peptides, HBOT, plasmapheresis. But the protocol lives in spreadsheets, forum posts and chat prompts — not comparable, not followable, not readable by a physician.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a serious protocol tracks — blood, DNA methylation, DEXA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3354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9386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 =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39386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isolated self-experiment carries almost no statistical power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08341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4373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64373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representation layer for protocol &amp; biomarker across people and labs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Johnson has a lab and a team. Everyone else has a spreadsheet. A thousand N-of-1 on the same protocol, made comparable, are a different scientific object — and it doesn't exist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WHO IS EXPOSED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 is the person most at risk.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PRIMARY USER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experienced biohacker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Designs, self-administers, iterates — but the results today are just anecdotes: claimed, not measured, impossible to compare.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6F1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HIGHEST RISK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forum thread or an influencer hyping a compound and starts taking it — no baseline, no safety markers, no measurement.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RECIPIENT, NOT USER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treating physician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receives, at best, a handwritten sheet. Deserves a legible, complete view of what is taken and why.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577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who copies an off-label compound off a forum thread — without knowing to monitor kidney and liver — is exactly the case where the platform protects health.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MECHANISM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and copy the people who get results — and see their biomarkers.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dynamic that powers copy-trading in finance, applied to health. The value is not the single datapoint; it is the ability to follow, compare and copy, anchored to structured, public biomarkers rather than anecdote.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2700000">
            <a:off x="658368" y="370332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becomes something you can subscribe to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it carries its safety markers with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 rot="2700000">
            <a:off x="658368" y="448056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compound and intervention gets a thread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real, comparable data.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525780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 community is the only quality control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actually works on self-reported data.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your protocol. Measure it. Share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DOCUMENT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you take &amp; do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Substances, therapies, exercise, nutrition — with dose, timing and real cycle schemas. Create from scratch, or copy any public protocol with one click.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— MEASURE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Efficacy &amp; safety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with reference, optimal and safety ranges, plus biological clocks (PhenoAge, epigenetic, glycation). Upload past lab reports, get your history in graphs.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— SHARE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your protocol and its outcomes. Follow and copy the people who get results, seeing their public biomarkers — the community is the quality control.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free, non-profit — built on the community that already exists, not a forum rebuilt from scratch.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 PRINCIPLES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Rigor is a design decision, not a disclaimer.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3042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16712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Describes, never prescribes.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what to measure, never what to take or how much.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rot="2700000">
            <a:off x="6095848" y="23042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216712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graded to its evidence.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clinical → observational → animal → in vitro → anecdotal.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35387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40156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writes words, never numbers.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 rot="2700000">
            <a:off x="6095848" y="35387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5888" y="340156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fails loudly.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drops an item silently — it shows the diff between input and output.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rot="2700000">
            <a:off x="658368" y="47731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463600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instead of guessing.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data is insufficient, it says so — no approximate index.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rot="2700000">
            <a:off x="6095848" y="47731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463600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data, heightened consent.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identifying data is shared only behind an explicit, informed gate.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Three questions, deliberately kept apart.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TestingProtocol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measure, and when. A versioned set of measures and timepoints.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TreatmentPlan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take and do. Versioned interventions — self-managed or physician-assigned.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want to change. Mapped onto the Hallmarks of Aging.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26280"/>
            <a:ext cx="10874959" cy="1371600"/>
          </a:xfrm>
          <a:prstGeom prst="roundRect">
            <a:avLst>
              <a:gd name="adj" fmla="val 6667"/>
            </a:avLst>
          </a:prstGeom>
          <a:solidFill>
            <a:srgbClr val="25292C"/>
          </a:solidFill>
          <a:ln w="12700">
            <a:solidFill>
              <a:srgbClr val="252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7091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Substance  →  SafetyRule  →  Biomarker  →  Measurement  →  Dashboard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take” and “how you are” are the same data structure, read from two sides.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platform, one model.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capabilities, built in the open and grown by community review. Six families: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Protocols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copy · import · versioned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Blood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630826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· clocks · deterministic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1221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7253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Safety guardrails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347253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inheritance · dose check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 &amp; Studies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follow/copy · cohorts · N-of-1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4794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0826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&amp; Standards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30826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LOINC/UCUM · FHIR/OMOP · clonable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1221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7253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AI, Evidence &amp; Provenance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47253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AI4L · Evipedia · attribution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532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Blood Layer and the Daily Log ship first — useful to a single person, with no community required.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NO ONE ELSE CAN BUILD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Literature predicts −2.2 years. The 340 who did it show this.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48840"/>
          <a:ext cx="7680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13648" y="2148840"/>
            <a:ext cx="2919679" cy="3291840"/>
          </a:xfrm>
          <a:prstGeom prst="roundRect">
            <a:avLst>
              <a:gd name="adj" fmla="val 3132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0" y="2404872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ORIGINALITY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869680" y="271576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Outcome ↔ Biomarker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869680" y="3282696"/>
            <a:ext cx="2407615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draw the first line — it is in the literature. Only a platform with a living community and shared, standards-coded biomarkers can draw the second, and put them side by side.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The link between an outcome and its biomarker is what makes the two columns comparable.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HARM REDUCTION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 protocol — inherit its safety.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40487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286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baseline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can follow a protocol at all — plus an explicit risk acknowledgment.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324612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3127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markers inherited automatically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active compound — safety is never opt-in.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40873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9684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sanity check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extra zero — plausibility validation of a number, not clinical advice.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2700000">
            <a:off x="658368" y="492861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4809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is a safety gap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“rapamycin active for 94 days, liver panel overdue by 34.”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module that justifies the project. Biohackers already take the risk today — without any of it.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1 · THE PRODUCT YOU CAN DESCRIBE IN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Upload your past lab reports. Get your clinical history in graphs. Free.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HARD BOUNDARY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LLM writes words, never numbers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 The model only produces the plain-language narration — generated once and cached.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904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AGGREGATION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8904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LOINC + UCUM + method, every value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8904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architecture compatible with releasing open data. Three ranges per analyte: laboratory reference, longevity-optimal, safety.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you can say on television without pronouncing the word “biohacking”, with no regulatory exposure — and it works with a single user and no community.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HACKERS · OPEN BY DEFAULT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Share your protocol. Share your outcomes. In public.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Public is the point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Server-hosted, always on, public by default. Your protocol and its biomarker outcomes are meant to be seen, followed and copied — how the community learns faster than any of us alone.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Your data becomes evidence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value you share, standards-coded, joins an open dataset on interventions no trial will ever fund. Contributing is the invitation.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Agent Access · MCP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read-only token so you — or anyone you allow — can query the data with an agent: Claude, Cursor, a Nostr bot. No competitor will ship this.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Walled gardens are impossible by construction: AGPL means anyone running it as a service must open the source. Fork it.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BUILD NOTHING THAT ALREADY EXISTS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Standards, not silos.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Speak the standards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HL7 FHIR internally; OMOP CDM export for research — so what you produce is real research data with proper coding, not another wellness silo.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Stand on open shoulders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from Evipedia (Forever Healthy, CC BY 4.0); AI reviews via the AI4L audit framework; component reuse from get-based — all attributed, notified, contributed back.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Existing community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forum is not rebuilt: Rapamycin News is already there. Link first, cohorts second — never the reverse.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" y="53492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data released only with cohort thresholds and declared provenance. A small clean dataset beats a large uncomparable one.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FROM ONE PERSON TO A DISTRIBUTED TRIAL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open, grassroots, distributed longevity trial — producing data.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9365" y="2880360"/>
            <a:ext cx="9252966" cy="18288"/>
          </a:xfrm>
          <a:prstGeom prst="roundRect">
            <a:avLst>
              <a:gd name="adj" fmla="val 50000"/>
            </a:avLst>
          </a:prstGeom>
          <a:solidFill>
            <a:srgbClr val="DDE3E1"/>
          </a:solidFill>
          <a:ln w="3175">
            <a:solidFill>
              <a:srgbClr val="DDE3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7069" y="2798064"/>
            <a:ext cx="164592" cy="164592"/>
          </a:xfrm>
          <a:prstGeom prst="ellipse">
            <a:avLst/>
          </a:prstGeom>
          <a:solidFill>
            <a:srgbClr val="0C877A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model, seed catalogue, biomarker registry, safety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7662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0896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0896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one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0896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Layer, daily log, doctor sheet — value in ten minutes, zero spend.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825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955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5955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many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5955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protocols, follow &amp; copy, safety guardrails, N-of-1 studies.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38848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014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1014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Daily operations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1014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Pills, therapeutics, exercise &amp; nutrition scheduling; procurement.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89441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074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6074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 layer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6074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Cohorts, literature-vs-observed, OMOP export, first open-data release.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4003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1133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1133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Distributed trials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91133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studies on shared protocols — a collective read-out.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33C7B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INVITATION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Everyone buys anti-aging.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33C7B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Almost no one measures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EB9B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Let's measure it — together, in the open.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4343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9AA5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infrastructure and open data for the longevity community — fork it, run it local, own your data. The community already exists; now it gets its instrument.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532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10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58368" y="6053328"/>
            <a:ext cx="1280160" cy="32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5A9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HACKING BIOLOGY · Non-profit · AGPL-3.0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47020" y="1005840"/>
            <a:ext cx="868680" cy="868680"/>
          </a:xfrm>
          <a:prstGeom prst="ellipse">
            <a:avLst/>
          </a:prstGeom>
          <a:solidFill>
            <a:srgbClr val="25292C"/>
          </a:solidFill>
          <a:ln w="138989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8839" y="2013509"/>
            <a:ext cx="1025042" cy="138989"/>
          </a:xfrm>
          <a:prstGeom prst="roundRect">
            <a:avLst>
              <a:gd name="adj" fmla="val 50000"/>
            </a:avLst>
          </a:prstGeom>
          <a:solidFill>
            <a:srgbClr val="33C7B8"/>
          </a:solidFill>
          <a:ln w="3175">
            <a:solidFill>
              <a:srgbClr val="33C7B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2026-08-18T13:36:22Z</dcterms:created>
  <dcterms:modified xsi:type="dcterms:W3CDTF">2026-08-18T13:36:22Z</dcterms:modified>
</cp:coreProperties>
</file>